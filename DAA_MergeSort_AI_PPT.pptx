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860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easy way to sort using Divide and Conquer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3017520"/>
            <a:ext cx="1371600" cy="5486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Analysis of Algorithms (DAA)  |  Symbiosis Institute of Technology, Nagpur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480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D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 (Anthropic AI)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Merge Sort?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 (Anthropic AI)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9728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sorting algorithm that puts a list in order (smallest to largest).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uses the Divide and Conquer idea: break a big problem into small easy ones.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with only 1 item is already sorted - that is our stopping point.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by John von Neumann in 1945.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669280" y="1371600"/>
            <a:ext cx="29260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52160" y="146304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idea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a big pile of exam papers: split the pile in half again and again, sort tiny piles, then merge them back together.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Steps: Divide, Conquer, Combine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 (Anthropic AI)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1463040"/>
            <a:ext cx="731520" cy="7315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6304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9260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list into two halves.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37560" y="128016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1F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1463040"/>
            <a:ext cx="731520" cy="73152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25196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Conquer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29260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each half using Merge Sort again (recursion).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26480" y="128016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E76F5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1463040"/>
            <a:ext cx="731520" cy="73152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04088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29260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the two sorted halves into one sorted list.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Dividing  [38, 27, 43, 3, 9, 82, 10]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 (Anthropic AI)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60120" y="1097280"/>
            <a:ext cx="7223760" cy="502920"/>
          </a:xfrm>
          <a:prstGeom prst="roundRect">
            <a:avLst>
              <a:gd name="adj" fmla="val 14545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09728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38 27 43 3 9 82 10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0120" y="1828800"/>
            <a:ext cx="4069080" cy="502920"/>
          </a:xfrm>
          <a:prstGeom prst="roundRect">
            <a:avLst>
              <a:gd name="adj" fmla="val 14545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182880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38 27 43 3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66360" y="1828800"/>
            <a:ext cx="3017520" cy="502920"/>
          </a:xfrm>
          <a:prstGeom prst="roundRect">
            <a:avLst>
              <a:gd name="adj" fmla="val 14545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66360" y="1828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9 82 10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60120" y="256032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2560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38 27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063240" y="256032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63240" y="2560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66360" y="256032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66360" y="2560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9 82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269480" y="256032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69480" y="2560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60120" y="329184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3291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011680" y="329184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011680" y="3291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063240" y="329184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063240" y="3291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114800" y="329184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114800" y="3291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166360" y="329184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66360" y="3291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17920" y="329184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17920" y="3291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269480" y="329184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269480" y="3291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cutting in half until every piece has just 1 number.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Merging Back (sorted at every step)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 (Anthropic AI)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60120" y="109728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0972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11680" y="109728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11680" y="10972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063240" y="109728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63240" y="10972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114800" y="109728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0" y="10972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66360" y="109728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66360" y="10972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7920" y="109728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10972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269480" y="109728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69480" y="10972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60120" y="182880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18288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27 38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063240" y="182880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063240" y="18288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3 43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166360" y="182880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66360" y="18288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9 82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269480" y="182880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269480" y="18288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60120" y="2560320"/>
            <a:ext cx="4069080" cy="502920"/>
          </a:xfrm>
          <a:prstGeom prst="roundRect">
            <a:avLst>
              <a:gd name="adj" fmla="val 14545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60120" y="256032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3 27 38 43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166360" y="2560320"/>
            <a:ext cx="3017520" cy="502920"/>
          </a:xfrm>
          <a:prstGeom prst="roundRect">
            <a:avLst>
              <a:gd name="adj" fmla="val 14545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166360" y="25603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9 10 82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60120" y="3291840"/>
            <a:ext cx="7223760" cy="502920"/>
          </a:xfrm>
          <a:prstGeom prst="roundRect">
            <a:avLst>
              <a:gd name="adj" fmla="val 14545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60120" y="329184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3 9 10 27 38 43 82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two sorted lists by always picking the smaller front number.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(Pseudocode)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 (Anthropic AI)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4937760" cy="3383280"/>
          </a:xfrm>
          <a:prstGeom prst="roundRect">
            <a:avLst>
              <a:gd name="adj" fmla="val 2703"/>
            </a:avLst>
          </a:prstGeom>
          <a:solidFill>
            <a:srgbClr val="1E2A3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28016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MergeSort(A, left, right)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left &lt; right: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mid = (left + right) / 2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MergeSort(A, left, mid)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MergeSort(A, mid+1, right)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Merge(A, left, mid, right)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1188720"/>
            <a:ext cx="2926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list has 2+ items, find the middle.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left half, then the right half.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the two sorted halves.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Is It? (Time Complexity)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 (Anthropic AI)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4023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space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937760" y="118872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120640" y="128016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 log n?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3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Recurrence: T(n) = 2T(n/2) + n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Halving the list gives about log n levels.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at each level costs about n steps.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total = n x log n. (Master Method, Case 2)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 (Anthropic AI)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97280"/>
            <a:ext cx="39319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O(n log n), even in the worst case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sort (equal items keep their order)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large data and linked lists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097280"/>
            <a:ext cx="39319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extra memory O(n)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than Quick Sort on small arrays in practice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4747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Divide  &gt;  Conquer  &gt;  Combine.  Merge Sort = O(n log n).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Merge Sort - Divide and Conquer</dc:title>
  <dc:subject>PptxGenJS Presentation</dc:subject>
  <dc:creator>DAA Student</dc:creator>
  <cp:lastModifiedBy>DAA Student</cp:lastModifiedBy>
  <cp:revision>1</cp:revision>
  <dcterms:created xsi:type="dcterms:W3CDTF">2026-10-18T06:58:59Z</dcterms:created>
  <dcterms:modified xsi:type="dcterms:W3CDTF">2026-10-18T06:58:59Z</dcterms:modified>
</cp:coreProperties>
</file>